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Default Extension="bmp" ContentType="image/bmp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32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Заполнитель даты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2B7C2-6595-4558-8B38-C73BF2AEEA5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Заполнитель изображения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Заполнитель заметок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413C3-1186-452D-9A06-1BD32E19661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8830D6F-F3D3-4EE9-A20C-362A556A0F0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B84614B-CA2E-480E-8288-99227AFCF4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E531208-DAEE-4597-8E50-CDD356A725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7D4482B-33FA-48C3-A800-6291560D74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E9EF3B2-43AD-4F50-A0D1-C527974D6E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53A9C40-593E-4808-A4AE-B094CE4D92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60793EF-90B9-413D-874B-B10537F4C2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53F05FA-48F1-4BC8-86E9-A6B52F5521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Подзаголовок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ru-RU" altLang="en-US"/>
              <a:t>Щелкните для изменения стиля основного подзаголовка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ние и конт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контен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контента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4" name="Заполнитель контента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5" name="Заполнитель текста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6" name="Заполнитель контента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7" name="Заполнитель даты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Заполнитель нижнего колонтитула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9" name="Заполнитель номера слайда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назв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даты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Заполнитель нижнего колонтитула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5" name="Заполнитель номера слайда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Заполнитель нижнего колонтитула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Контен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текста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Изображение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изображения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altLang="en-US"/>
              <a:t>Щелкните значок, чтобы добавить рисунок</a:t>
            </a:r>
          </a:p>
        </p:txBody>
      </p:sp>
      <p:sp>
        <p:nvSpPr>
          <p:cNvPr id="4" name="Заполнитель текста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Название и текст по вертикал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по вертикали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Название по вертикали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по вертикали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названия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7FF2-845F-41B9-944F-35B90659B7D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bmp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7213086" y="5715000"/>
            <a:ext cx="5807449" cy="18405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Прямоугольный треугольник 3"/>
          <p:cNvSpPr/>
          <p:nvPr/>
        </p:nvSpPr>
        <p:spPr>
          <a:xfrm rot="6133991">
            <a:off x="-795944" y="-581736"/>
            <a:ext cx="6016811" cy="5441318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0000"/>
              </a:highlight>
            </a:endParaRPr>
          </a:p>
        </p:txBody>
      </p:sp>
      <p:sp>
        <p:nvSpPr>
          <p:cNvPr id="2" name="Название 1"/>
          <p:cNvSpPr>
            <a:spLocks noGrp="1" noEditPoints="1"/>
          </p:cNvSpPr>
          <p:nvPr>
            <p:ph type="ctrTitle"/>
          </p:nvPr>
        </p:nvSpPr>
        <p:spPr>
          <a:xfrm>
            <a:off x="402011" y="744164"/>
            <a:ext cx="11004877" cy="1748865"/>
          </a:xfrm>
        </p:spPr>
        <p:txBody>
          <a:bodyPr/>
          <a:lstStyle/>
          <a:p>
            <a:pPr algn="r"/>
            <a:r>
              <a:rPr lang="ru-RU" altLang="en-US" sz="5400">
                <a:latin typeface="Consolas" pitchFamily="49" charset="0"/>
                <a:ea typeface="Consolas" pitchFamily="49" charset="0"/>
                <a:cs typeface="Consolas" pitchFamily="49" charset="0"/>
              </a:rPr>
              <a:t>Новости за прошедшую неделю </a:t>
            </a:r>
            <a:r>
              <a:rPr lang="ru-RU" altLang="en-US" sz="4000"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05.03.2026 - 11.03.2026</a:t>
            </a:r>
          </a:p>
        </p:txBody>
      </p:sp>
      <p:sp>
        <p:nvSpPr>
          <p:cNvPr id="3" name="Подзаголовок 2"/>
          <p:cNvSpPr>
            <a:spLocks noGrp="1" noEditPoints="1"/>
          </p:cNvSpPr>
          <p:nvPr>
            <p:ph type="subTitle" idx="1"/>
          </p:nvPr>
        </p:nvSpPr>
        <p:spPr>
          <a:xfrm>
            <a:off x="7844117" y="6115413"/>
            <a:ext cx="3832412" cy="420313"/>
          </a:xfrm>
        </p:spPr>
        <p:txBody>
          <a:bodyPr/>
          <a:lstStyle/>
          <a:p>
            <a:r>
              <a:rPr lang="ru-RU" altLang="en-US">
                <a:latin typeface="Consolas" pitchFamily="49" charset="0"/>
                <a:ea typeface="Consolas" pitchFamily="49" charset="0"/>
                <a:cs typeface="Consolas" pitchFamily="49" charset="0"/>
              </a:rPr>
              <a:t>ИУ5-45Б Дейнеко А.В. </a:t>
            </a:r>
          </a:p>
        </p:txBody>
      </p:sp>
      <p:cxnSp>
        <p:nvCxnSpPr>
          <p:cNvPr id="5" name="Изогнутая соед. линия 2 4"/>
          <p:cNvCxnSpPr/>
          <p:nvPr/>
        </p:nvCxnSpPr>
        <p:spPr>
          <a:xfrm>
            <a:off x="7053402" y="1008530"/>
            <a:ext cx="4539082" cy="3555066"/>
          </a:xfrm>
          <a:prstGeom prst="bentConnector2">
            <a:avLst/>
          </a:prstGeom>
          <a:ln w="381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. линия 1 8"/>
          <p:cNvCxnSpPr/>
          <p:nvPr/>
        </p:nvCxnSpPr>
        <p:spPr>
          <a:xfrm>
            <a:off x="3271417" y="2655794"/>
            <a:ext cx="8321067" cy="0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 10"/>
          <p:cNvSpPr/>
          <p:nvPr/>
        </p:nvSpPr>
        <p:spPr>
          <a:xfrm rot="17294875">
            <a:off x="1838449" y="3805438"/>
            <a:ext cx="3781985" cy="2546537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ый треугольник 9"/>
          <p:cNvSpPr/>
          <p:nvPr/>
        </p:nvSpPr>
        <p:spPr>
          <a:xfrm>
            <a:off x="0" y="4437530"/>
            <a:ext cx="5085369" cy="2420470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367553" y="112993"/>
            <a:ext cx="10515600" cy="1325563"/>
          </a:xfrm>
        </p:spPr>
        <p:txBody>
          <a:bodyPr/>
          <a:lstStyle/>
          <a:p>
            <a:r>
              <a:rPr lang="ru-RU">
                <a:latin typeface="Consolas" pitchFamily="49" charset="0"/>
                <a:ea typeface="Consolas" pitchFamily="49" charset="0"/>
                <a:cs typeface="Consolas" pitchFamily="49" charset="0"/>
              </a:rPr>
              <a:t>Приговор Арсену Маркаряну</a:t>
            </a:r>
            <a:endParaRPr>
              <a:latin typeface="Consolas" pitchFamily="49" charset="0"/>
              <a:ea typeface="Consolas" pitchFamily="49" charset="0"/>
              <a:cs typeface="Consolas" pitchFamily="49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19131" y="1438556"/>
            <a:ext cx="7772870" cy="5419444"/>
          </a:xfrm>
          <a:prstGeom prst="rect">
            <a:avLst/>
          </a:prstGeom>
        </p:spPr>
      </p:pic>
      <p:cxnSp>
        <p:nvCxnSpPr>
          <p:cNvPr id="6" name="Прямая соед. линия 1 5"/>
          <p:cNvCxnSpPr/>
          <p:nvPr/>
        </p:nvCxnSpPr>
        <p:spPr>
          <a:xfrm>
            <a:off x="271042" y="319368"/>
            <a:ext cx="7972846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. линия 1 6"/>
          <p:cNvCxnSpPr/>
          <p:nvPr/>
        </p:nvCxnSpPr>
        <p:spPr>
          <a:xfrm>
            <a:off x="271042" y="319368"/>
            <a:ext cx="0" cy="3908051"/>
          </a:xfrm>
          <a:prstGeom prst="straightConnector1">
            <a:avLst/>
          </a:prstGeom>
          <a:ln w="381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. линия 1 7"/>
          <p:cNvCxnSpPr/>
          <p:nvPr/>
        </p:nvCxnSpPr>
        <p:spPr>
          <a:xfrm>
            <a:off x="271042" y="1764926"/>
            <a:ext cx="2840691" cy="0"/>
          </a:xfrm>
          <a:prstGeom prst="straightConnector1">
            <a:avLst/>
          </a:prstGeom>
          <a:ln w="317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Текст. поле 8"/>
          <p:cNvSpPr txBox="1"/>
          <p:nvPr/>
        </p:nvSpPr>
        <p:spPr>
          <a:xfrm>
            <a:off x="367553" y="2089993"/>
            <a:ext cx="4193413" cy="638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latin typeface="Consolas" pitchFamily="49" charset="0"/>
                <a:ea typeface="Consolas" pitchFamily="49" charset="0"/>
                <a:cs typeface="Consolas" pitchFamily="49" charset="0"/>
              </a:rPr>
              <a:t>Срок: 4.5 года колонии общего режима</a:t>
            </a:r>
            <a:endParaRPr lang="en-US">
              <a:latin typeface="Consolas" pitchFamily="49" charset="0"/>
              <a:ea typeface="Consolas" pitchFamily="49" charset="0"/>
              <a:cs typeface="Consolas" pitchFamily="49" charset="0"/>
            </a:endParaRPr>
          </a:p>
        </p:txBody>
      </p:sp>
      <p:sp>
        <p:nvSpPr>
          <p:cNvPr id="12" name="Прямоугольный треугольник 11"/>
          <p:cNvSpPr/>
          <p:nvPr/>
        </p:nvSpPr>
        <p:spPr>
          <a:xfrm rot="4733198">
            <a:off x="4149958" y="1259744"/>
            <a:ext cx="956487" cy="91280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 10"/>
          <p:cNvSpPr/>
          <p:nvPr/>
        </p:nvSpPr>
        <p:spPr>
          <a:xfrm rot="10015842">
            <a:off x="6722230" y="6132634"/>
            <a:ext cx="6251280" cy="1408711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ый треугольник 7"/>
          <p:cNvSpPr/>
          <p:nvPr/>
        </p:nvSpPr>
        <p:spPr>
          <a:xfrm>
            <a:off x="-65134" y="697566"/>
            <a:ext cx="7253007" cy="6236074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439960" cy="1325563"/>
          </a:xfrm>
        </p:spPr>
        <p:txBody>
          <a:bodyPr/>
          <a:lstStyle/>
          <a:p>
            <a:pPr algn="r"/>
            <a:r>
              <a:rPr lang="ru-RU">
                <a:latin typeface="Consolas" pitchFamily="49" charset="0"/>
                <a:ea typeface="Consolas" pitchFamily="49" charset="0"/>
                <a:cs typeface="Consolas" pitchFamily="49" charset="0"/>
              </a:rPr>
              <a:t>Павла Дурова заблокировали в </a:t>
            </a:r>
            <a:r>
              <a:rPr lang="en-US">
                <a:latin typeface="Consolas" pitchFamily="49" charset="0"/>
                <a:ea typeface="Consolas" pitchFamily="49" charset="0"/>
                <a:cs typeface="Consolas" pitchFamily="49" charset="0"/>
              </a:rPr>
              <a:t>TikTok</a:t>
            </a:r>
            <a:endParaRPr>
              <a:latin typeface="Consolas" pitchFamily="49" charset="0"/>
              <a:ea typeface="Consolas" pitchFamily="49" charset="0"/>
              <a:cs typeface="Consolas" pitchFamily="49" charset="0"/>
            </a:endParaRPr>
          </a:p>
        </p:txBody>
      </p:sp>
      <p:cxnSp>
        <p:nvCxnSpPr>
          <p:cNvPr id="4" name="Прямая соед. линия 1 5"/>
          <p:cNvCxnSpPr/>
          <p:nvPr/>
        </p:nvCxnSpPr>
        <p:spPr>
          <a:xfrm>
            <a:off x="2195932" y="365125"/>
            <a:ext cx="9157868" cy="0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. линия 1 4"/>
          <p:cNvCxnSpPr/>
          <p:nvPr/>
        </p:nvCxnSpPr>
        <p:spPr>
          <a:xfrm>
            <a:off x="11353800" y="365125"/>
            <a:ext cx="0" cy="2647390"/>
          </a:xfrm>
          <a:prstGeom prst="straightConnector1">
            <a:avLst/>
          </a:prstGeom>
          <a:ln w="381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. линия 1 5"/>
          <p:cNvCxnSpPr/>
          <p:nvPr/>
        </p:nvCxnSpPr>
        <p:spPr>
          <a:xfrm flipH="1">
            <a:off x="6805823" y="1848971"/>
            <a:ext cx="4547978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5037" y="1427350"/>
            <a:ext cx="4865780" cy="52694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01985" y="2150539"/>
            <a:ext cx="4457311" cy="2785820"/>
          </a:xfrm>
          <a:prstGeom prst="rect">
            <a:avLst/>
          </a:prstGeom>
        </p:spPr>
      </p:pic>
      <p:sp>
        <p:nvSpPr>
          <p:cNvPr id="16" name="Прямоугольный треугольник 11"/>
          <p:cNvSpPr/>
          <p:nvPr/>
        </p:nvSpPr>
        <p:spPr>
          <a:xfrm rot="4733198">
            <a:off x="6296623" y="1998865"/>
            <a:ext cx="956487" cy="91280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Прямоугольный треугольник 11"/>
          <p:cNvSpPr/>
          <p:nvPr/>
        </p:nvSpPr>
        <p:spPr>
          <a:xfrm rot="15469103">
            <a:off x="10328516" y="4169439"/>
            <a:ext cx="956487" cy="91280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10"/>
          <p:cNvSpPr/>
          <p:nvPr/>
        </p:nvSpPr>
        <p:spPr>
          <a:xfrm rot="17294875">
            <a:off x="2081140" y="3279490"/>
            <a:ext cx="3296602" cy="3060551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ый треугольник 9"/>
          <p:cNvSpPr/>
          <p:nvPr/>
        </p:nvSpPr>
        <p:spPr>
          <a:xfrm>
            <a:off x="0" y="4437530"/>
            <a:ext cx="5085369" cy="2420470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770872"/>
          </a:xfrm>
        </p:spPr>
        <p:txBody>
          <a:bodyPr/>
          <a:lstStyle/>
          <a:p>
            <a:r>
              <a:rPr lang="ru-RU">
                <a:latin typeface="Consolas" pitchFamily="49" charset="0"/>
                <a:ea typeface="Consolas" pitchFamily="49" charset="0"/>
                <a:cs typeface="Consolas" pitchFamily="49" charset="0"/>
              </a:rPr>
              <a:t>Новости спорта</a:t>
            </a:r>
            <a:endParaRPr>
              <a:latin typeface="Consolas" pitchFamily="49" charset="0"/>
              <a:ea typeface="Consolas" pitchFamily="49" charset="0"/>
              <a:cs typeface="Consolas" pitchFamily="49" charset="0"/>
            </a:endParaRPr>
          </a:p>
        </p:txBody>
      </p:sp>
      <p:sp>
        <p:nvSpPr>
          <p:cNvPr id="4" name="Текст. поле 3"/>
          <p:cNvSpPr txBox="1"/>
          <p:nvPr/>
        </p:nvSpPr>
        <p:spPr>
          <a:xfrm>
            <a:off x="838200" y="1135997"/>
            <a:ext cx="10735957" cy="118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Consolas" pitchFamily="49" charset="0"/>
                <a:ea typeface="Consolas" pitchFamily="49" charset="0"/>
                <a:cs typeface="Consolas" pitchFamily="49" charset="0"/>
              </a:rPr>
              <a:t>«Зенит» внезапно оступился в Оренбурге. Фаворит не сумел реализовать два пенальти</a:t>
            </a:r>
          </a:p>
        </p:txBody>
      </p:sp>
      <p:cxnSp>
        <p:nvCxnSpPr>
          <p:cNvPr id="5" name="Прямая соед. линия 1 5"/>
          <p:cNvCxnSpPr/>
          <p:nvPr/>
        </p:nvCxnSpPr>
        <p:spPr>
          <a:xfrm>
            <a:off x="640836" y="365125"/>
            <a:ext cx="7972846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. линия 1 6"/>
          <p:cNvCxnSpPr/>
          <p:nvPr/>
        </p:nvCxnSpPr>
        <p:spPr>
          <a:xfrm>
            <a:off x="640836" y="365125"/>
            <a:ext cx="0" cy="3908051"/>
          </a:xfrm>
          <a:prstGeom prst="straightConnector1">
            <a:avLst/>
          </a:prstGeom>
          <a:ln w="381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. линия 1 7"/>
          <p:cNvCxnSpPr/>
          <p:nvPr/>
        </p:nvCxnSpPr>
        <p:spPr>
          <a:xfrm>
            <a:off x="640836" y="1135997"/>
            <a:ext cx="4899772" cy="0"/>
          </a:xfrm>
          <a:prstGeom prst="straightConnector1">
            <a:avLst/>
          </a:prstGeom>
          <a:ln w="317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27259" y="2607337"/>
            <a:ext cx="7564741" cy="4250663"/>
          </a:xfrm>
          <a:prstGeom prst="rect">
            <a:avLst/>
          </a:prstGeom>
        </p:spPr>
      </p:pic>
      <p:sp>
        <p:nvSpPr>
          <p:cNvPr id="11" name="Прямоугольный треугольник 10"/>
          <p:cNvSpPr/>
          <p:nvPr/>
        </p:nvSpPr>
        <p:spPr>
          <a:xfrm rot="11054210">
            <a:off x="8620809" y="-396768"/>
            <a:ext cx="3781985" cy="2546537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733198">
            <a:off x="4343259" y="2545619"/>
            <a:ext cx="956487" cy="91280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ый треугольник 8"/>
          <p:cNvSpPr/>
          <p:nvPr/>
        </p:nvSpPr>
        <p:spPr>
          <a:xfrm rot="17893410">
            <a:off x="8196662" y="3008337"/>
            <a:ext cx="5398178" cy="4312094"/>
          </a:xfrm>
          <a:prstGeom prst="rtTriangle">
            <a:avLst/>
          </a:prstGeom>
          <a:solidFill>
            <a:srgbClr val="F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ый треугольник 7"/>
          <p:cNvSpPr/>
          <p:nvPr/>
        </p:nvSpPr>
        <p:spPr>
          <a:xfrm>
            <a:off x="-115561" y="1294279"/>
            <a:ext cx="9847031" cy="5740213"/>
          </a:xfrm>
          <a:prstGeom prst="rtTriangle">
            <a:avLst/>
          </a:prstGeom>
          <a:solidFill>
            <a:srgbClr val="EB74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>
                <a:latin typeface="Consolas" pitchFamily="49" charset="0"/>
                <a:ea typeface="Consolas" pitchFamily="49" charset="0"/>
                <a:cs typeface="Consolas" pitchFamily="49" charset="0"/>
              </a:rPr>
              <a:t> «Спартак» обыграл «Акрон» 4:3!</a:t>
            </a:r>
            <a:endParaRPr>
              <a:latin typeface="Consolas" pitchFamily="49" charset="0"/>
              <a:ea typeface="Consolas" pitchFamily="49" charset="0"/>
              <a:cs typeface="Consolas" pitchFamily="49" charset="0"/>
            </a:endParaRPr>
          </a:p>
        </p:txBody>
      </p:sp>
      <p:cxnSp>
        <p:nvCxnSpPr>
          <p:cNvPr id="4" name="Прямая соед. линия 1 5"/>
          <p:cNvCxnSpPr/>
          <p:nvPr/>
        </p:nvCxnSpPr>
        <p:spPr>
          <a:xfrm>
            <a:off x="1506770" y="482787"/>
            <a:ext cx="9847030" cy="0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. линия 1 4"/>
          <p:cNvCxnSpPr/>
          <p:nvPr/>
        </p:nvCxnSpPr>
        <p:spPr>
          <a:xfrm>
            <a:off x="11353800" y="482787"/>
            <a:ext cx="0" cy="2647390"/>
          </a:xfrm>
          <a:prstGeom prst="straightConnector1">
            <a:avLst/>
          </a:prstGeom>
          <a:ln w="381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. линия 1 5"/>
          <p:cNvCxnSpPr/>
          <p:nvPr/>
        </p:nvCxnSpPr>
        <p:spPr>
          <a:xfrm flipH="1">
            <a:off x="6805822" y="1571626"/>
            <a:ext cx="4547978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963832"/>
            <a:ext cx="7479926" cy="4986617"/>
          </a:xfrm>
          <a:prstGeom prst="rect">
            <a:avLst/>
          </a:prstGeom>
        </p:spPr>
      </p:pic>
      <p:sp>
        <p:nvSpPr>
          <p:cNvPr id="10" name="Прямоугольный треугольник 11"/>
          <p:cNvSpPr/>
          <p:nvPr/>
        </p:nvSpPr>
        <p:spPr>
          <a:xfrm rot="10011168">
            <a:off x="6671843" y="1787503"/>
            <a:ext cx="956487" cy="91280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ый треугольник 10"/>
          <p:cNvSpPr/>
          <p:nvPr/>
        </p:nvSpPr>
        <p:spPr>
          <a:xfrm rot="17294875">
            <a:off x="3473138" y="-851465"/>
            <a:ext cx="7994106" cy="8706335"/>
          </a:xfrm>
          <a:prstGeom prst="rtTriangle">
            <a:avLst/>
          </a:prstGeom>
          <a:solidFill>
            <a:srgbClr val="A45B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ямоугольный треугольник 10"/>
          <p:cNvSpPr/>
          <p:nvPr/>
        </p:nvSpPr>
        <p:spPr>
          <a:xfrm>
            <a:off x="-216414" y="4000500"/>
            <a:ext cx="9454964" cy="3723154"/>
          </a:xfrm>
          <a:prstGeom prst="rtTriangle">
            <a:avLst/>
          </a:prstGeom>
          <a:solidFill>
            <a:srgbClr val="BD8F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8200" y="239059"/>
            <a:ext cx="10515600" cy="829703"/>
          </a:xfrm>
        </p:spPr>
        <p:txBody>
          <a:bodyPr/>
          <a:lstStyle/>
          <a:p>
            <a:r>
              <a:rPr lang="ru-RU">
                <a:latin typeface="Consolas" pitchFamily="49" charset="0"/>
                <a:ea typeface="Consolas" pitchFamily="49" charset="0"/>
                <a:cs typeface="Consolas" pitchFamily="49" charset="0"/>
              </a:rPr>
              <a:t>Новости науки</a:t>
            </a:r>
            <a:endParaRPr>
              <a:latin typeface="Consolas" pitchFamily="49" charset="0"/>
              <a:ea typeface="Consolas" pitchFamily="49" charset="0"/>
              <a:cs typeface="Consolas" pitchFamily="49" charset="0"/>
            </a:endParaRPr>
          </a:p>
        </p:txBody>
      </p:sp>
      <p:sp>
        <p:nvSpPr>
          <p:cNvPr id="5" name="Текст. поле 4"/>
          <p:cNvSpPr txBox="1"/>
          <p:nvPr/>
        </p:nvSpPr>
        <p:spPr>
          <a:xfrm>
            <a:off x="838199" y="1068762"/>
            <a:ext cx="9786156" cy="155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>
                <a:latin typeface="Consolas" pitchFamily="49" charset="0"/>
                <a:ea typeface="Consolas" pitchFamily="49" charset="0"/>
                <a:cs typeface="Consolas" pitchFamily="49" charset="0"/>
              </a:rPr>
              <a:t>Физики Санкт-Петербурга первыми в мире получили данные о поведении плазмы на периферии термоядерной установки</a:t>
            </a: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981015" y="2803824"/>
            <a:ext cx="7210985" cy="4054176"/>
          </a:xfrm>
          <a:prstGeom prst="rect">
            <a:avLst/>
          </a:prstGeom>
        </p:spPr>
      </p:pic>
      <p:cxnSp>
        <p:nvCxnSpPr>
          <p:cNvPr id="7" name="Прямая соед. линия 1 5"/>
          <p:cNvCxnSpPr/>
          <p:nvPr/>
        </p:nvCxnSpPr>
        <p:spPr>
          <a:xfrm>
            <a:off x="613661" y="239059"/>
            <a:ext cx="6880272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. линия 1 6"/>
          <p:cNvCxnSpPr/>
          <p:nvPr/>
        </p:nvCxnSpPr>
        <p:spPr>
          <a:xfrm>
            <a:off x="613661" y="239059"/>
            <a:ext cx="0" cy="3908051"/>
          </a:xfrm>
          <a:prstGeom prst="straightConnector1">
            <a:avLst/>
          </a:prstGeom>
          <a:ln w="381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. линия 1 7"/>
          <p:cNvCxnSpPr/>
          <p:nvPr/>
        </p:nvCxnSpPr>
        <p:spPr>
          <a:xfrm>
            <a:off x="613661" y="1068762"/>
            <a:ext cx="4899772" cy="0"/>
          </a:xfrm>
          <a:prstGeom prst="straightConnector1">
            <a:avLst/>
          </a:prstGeom>
          <a:ln w="317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ый треугольник 11"/>
          <p:cNvSpPr/>
          <p:nvPr/>
        </p:nvSpPr>
        <p:spPr>
          <a:xfrm rot="3743658">
            <a:off x="4549435" y="2819803"/>
            <a:ext cx="1151939" cy="11164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 rot="18895044">
            <a:off x="1761480" y="762410"/>
            <a:ext cx="10949278" cy="5796865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ый треугольник 8"/>
          <p:cNvSpPr/>
          <p:nvPr/>
        </p:nvSpPr>
        <p:spPr>
          <a:xfrm>
            <a:off x="-275244" y="3941669"/>
            <a:ext cx="6563845" cy="291633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Consolas" pitchFamily="49" charset="0"/>
                <a:ea typeface="Consolas" pitchFamily="49" charset="0"/>
                <a:cs typeface="Consolas" pitchFamily="49" charset="0"/>
              </a:rPr>
              <a:t>Новости моего региона (Московская область)</a:t>
            </a:r>
            <a:endParaRPr>
              <a:latin typeface="Consolas" pitchFamily="49" charset="0"/>
              <a:ea typeface="Consolas" pitchFamily="49" charset="0"/>
              <a:cs typeface="Consolas" pitchFamily="49" charset="0"/>
            </a:endParaRPr>
          </a:p>
        </p:txBody>
      </p:sp>
      <p:sp>
        <p:nvSpPr>
          <p:cNvPr id="4" name="Текст. поле 3"/>
          <p:cNvSpPr txBox="1"/>
          <p:nvPr/>
        </p:nvSpPr>
        <p:spPr>
          <a:xfrm>
            <a:off x="838200" y="1983441"/>
            <a:ext cx="7884472" cy="1064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>
                <a:latin typeface="Consolas" pitchFamily="49" charset="0"/>
                <a:ea typeface="Consolas" pitchFamily="49" charset="0"/>
                <a:cs typeface="Consolas" pitchFamily="49" charset="0"/>
              </a:rPr>
              <a:t>Электричка из будущего уже в Подмосковье</a:t>
            </a:r>
          </a:p>
        </p:txBody>
      </p:sp>
      <p:cxnSp>
        <p:nvCxnSpPr>
          <p:cNvPr id="5" name="Прямая соед. линия 1 5"/>
          <p:cNvCxnSpPr/>
          <p:nvPr/>
        </p:nvCxnSpPr>
        <p:spPr>
          <a:xfrm>
            <a:off x="691262" y="365125"/>
            <a:ext cx="1081353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. линия 1 6"/>
          <p:cNvCxnSpPr/>
          <p:nvPr/>
        </p:nvCxnSpPr>
        <p:spPr>
          <a:xfrm>
            <a:off x="691262" y="365125"/>
            <a:ext cx="0" cy="3908051"/>
          </a:xfrm>
          <a:prstGeom prst="straightConnector1">
            <a:avLst/>
          </a:prstGeom>
          <a:ln w="381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. линия 1 7"/>
          <p:cNvCxnSpPr/>
          <p:nvPr/>
        </p:nvCxnSpPr>
        <p:spPr>
          <a:xfrm>
            <a:off x="691262" y="1837064"/>
            <a:ext cx="5698191" cy="0"/>
          </a:xfrm>
          <a:prstGeom prst="straightConnector1">
            <a:avLst/>
          </a:prstGeom>
          <a:ln w="317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14131" y="2598957"/>
            <a:ext cx="7577869" cy="4259043"/>
          </a:xfrm>
          <a:prstGeom prst="rect">
            <a:avLst/>
          </a:prstGeom>
        </p:spPr>
      </p:pic>
      <p:sp>
        <p:nvSpPr>
          <p:cNvPr id="11" name="Прямоугольный треугольник 11"/>
          <p:cNvSpPr/>
          <p:nvPr/>
        </p:nvSpPr>
        <p:spPr>
          <a:xfrm rot="5400000">
            <a:off x="4389751" y="2616695"/>
            <a:ext cx="1151939" cy="11164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ый треугольник 9"/>
          <p:cNvSpPr/>
          <p:nvPr/>
        </p:nvSpPr>
        <p:spPr>
          <a:xfrm rot="20827347">
            <a:off x="7090380" y="3722090"/>
            <a:ext cx="2945656" cy="2795664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ямоугольный треугольник 10"/>
          <p:cNvSpPr/>
          <p:nvPr/>
        </p:nvSpPr>
        <p:spPr>
          <a:xfrm rot="17740460">
            <a:off x="6806761" y="2635987"/>
            <a:ext cx="5496310" cy="6069638"/>
          </a:xfrm>
          <a:prstGeom prst="rt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8200" y="508000"/>
            <a:ext cx="10353943" cy="745659"/>
          </a:xfrm>
        </p:spPr>
        <p:txBody>
          <a:bodyPr/>
          <a:lstStyle/>
          <a:p>
            <a:pPr algn="r"/>
            <a:r>
              <a:rPr lang="ru-RU">
                <a:latin typeface="Consolas" pitchFamily="49" charset="0"/>
                <a:ea typeface="Consolas" pitchFamily="49" charset="0"/>
                <a:cs typeface="Consolas" pitchFamily="49" charset="0"/>
              </a:rPr>
              <a:t>Новости из мира </a:t>
            </a:r>
            <a:r>
              <a:rPr lang="en-US">
                <a:latin typeface="Consolas" pitchFamily="49" charset="0"/>
                <a:ea typeface="Consolas" pitchFamily="49" charset="0"/>
                <a:cs typeface="Consolas" pitchFamily="49" charset="0"/>
              </a:rPr>
              <a:t>IT</a:t>
            </a:r>
            <a:endParaRPr>
              <a:latin typeface="Consolas" pitchFamily="49" charset="0"/>
              <a:ea typeface="Consolas" pitchFamily="49" charset="0"/>
              <a:cs typeface="Consolas" pitchFamily="49" charset="0"/>
            </a:endParaRPr>
          </a:p>
        </p:txBody>
      </p:sp>
      <p:sp>
        <p:nvSpPr>
          <p:cNvPr id="4" name="Текст. поле 3"/>
          <p:cNvSpPr txBox="1"/>
          <p:nvPr/>
        </p:nvSpPr>
        <p:spPr>
          <a:xfrm>
            <a:off x="838200" y="1470772"/>
            <a:ext cx="10353943" cy="1064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>
                <a:latin typeface="Consolas" pitchFamily="49" charset="0"/>
                <a:ea typeface="Consolas" pitchFamily="49" charset="0"/>
                <a:cs typeface="Consolas" pitchFamily="49" charset="0"/>
              </a:rPr>
              <a:t>Intel представила десктопные процессоры Core Ultra 200S Plus</a:t>
            </a: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2571750"/>
            <a:ext cx="7620000" cy="4286250"/>
          </a:xfrm>
          <a:prstGeom prst="rect">
            <a:avLst/>
          </a:prstGeom>
        </p:spPr>
      </p:pic>
      <p:sp>
        <p:nvSpPr>
          <p:cNvPr id="6" name="Прямоугольный треугольник 11"/>
          <p:cNvSpPr/>
          <p:nvPr/>
        </p:nvSpPr>
        <p:spPr>
          <a:xfrm rot="10011168">
            <a:off x="6953671" y="2427645"/>
            <a:ext cx="838266" cy="130809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Прямая соед. линия 1 5"/>
          <p:cNvCxnSpPr/>
          <p:nvPr/>
        </p:nvCxnSpPr>
        <p:spPr>
          <a:xfrm>
            <a:off x="4591189" y="482787"/>
            <a:ext cx="6762611" cy="0"/>
          </a:xfrm>
          <a:prstGeom prst="straightConnector1">
            <a:avLst/>
          </a:prstGeom>
          <a:ln w="3810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. линия 1 4"/>
          <p:cNvCxnSpPr/>
          <p:nvPr/>
        </p:nvCxnSpPr>
        <p:spPr>
          <a:xfrm>
            <a:off x="11353800" y="482787"/>
            <a:ext cx="0" cy="2647390"/>
          </a:xfrm>
          <a:prstGeom prst="straightConnector1">
            <a:avLst/>
          </a:prstGeom>
          <a:ln w="381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. линия 1 5"/>
          <p:cNvCxnSpPr/>
          <p:nvPr/>
        </p:nvCxnSpPr>
        <p:spPr>
          <a:xfrm flipH="1">
            <a:off x="6805822" y="1362216"/>
            <a:ext cx="4547978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ый треугольник 9"/>
          <p:cNvSpPr/>
          <p:nvPr/>
        </p:nvSpPr>
        <p:spPr>
          <a:xfrm rot="6742178">
            <a:off x="-434615" y="-656640"/>
            <a:ext cx="2945656" cy="2795664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о умолчанию">
  <a:themeElements>
    <a:clrScheme name="Офис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исная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фис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Mobile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Cristalixx79</dc:creator>
  <cp:lastModifiedBy>Cristalixx79</cp:lastModifiedBy>
  <cp:revision>1</cp:revision>
  <dcterms:created xsi:type="dcterms:W3CDTF">2026-03-11T14:38:29Z</dcterms:created>
  <dcterms:modified xsi:type="dcterms:W3CDTF">2026-03-11T15:41:34Z</dcterms:modified>
</cp:coreProperties>
</file>